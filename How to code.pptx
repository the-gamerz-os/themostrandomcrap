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08699c24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08699c24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8699c24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8699c24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08699c24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08699c24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8699c24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8699c24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8699c24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08699c24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08699c24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08699c24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8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code (html)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The_GamerZ and 92h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EVERY </a:t>
            </a:r>
            <a:r>
              <a:rPr lang="en"/>
              <a:t>SINGLE web page needs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top put: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&lt;!DOCTYPE html&gt;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&lt;html&gt;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&lt;body&gt;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 the </a:t>
            </a:r>
            <a:r>
              <a:rPr lang="en"/>
              <a:t>bottom</a:t>
            </a:r>
            <a:r>
              <a:rPr lang="en"/>
              <a:t> put: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&lt;/body&gt;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&lt;/html&gt;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 is </a:t>
            </a:r>
            <a:r>
              <a:rPr lang="en"/>
              <a:t>writing</a:t>
            </a:r>
            <a:r>
              <a:rPr lang="en"/>
              <a:t> text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3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&lt;h1&gt;(put your text here)&lt;/h1&gt; = correct way to type your heading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&lt;h2&gt;</a:t>
            </a:r>
            <a:r>
              <a:rPr lang="en"/>
              <a:t>(put your text here)</a:t>
            </a:r>
            <a:r>
              <a:rPr lang="en"/>
              <a:t>&lt;/h2&gt; = this is how to type a smaller second heading you can do like &lt;h3&gt; &lt;h4&gt;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&lt;p&gt;</a:t>
            </a:r>
            <a:r>
              <a:rPr lang="en"/>
              <a:t>(put your text here)</a:t>
            </a:r>
            <a:r>
              <a:rPr lang="en"/>
              <a:t>&lt;/p&gt; = this is how you create </a:t>
            </a:r>
            <a:r>
              <a:rPr lang="en"/>
              <a:t>paragraph</a:t>
            </a:r>
            <a:r>
              <a:rPr lang="en"/>
              <a:t>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&lt;a href="</a:t>
            </a:r>
            <a:r>
              <a:rPr lang="en"/>
              <a:t>(put your link here)</a:t>
            </a:r>
            <a:r>
              <a:rPr lang="en"/>
              <a:t>"&gt;</a:t>
            </a:r>
            <a:r>
              <a:rPr lang="en"/>
              <a:t>(put your link here)</a:t>
            </a:r>
            <a:r>
              <a:rPr lang="en"/>
              <a:t>&lt;/a&gt; = this is how you make link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&lt;b&gt;</a:t>
            </a:r>
            <a:r>
              <a:rPr lang="en"/>
              <a:t>(put your text here)&lt;/b&gt; = this is how you make text bold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&lt;strong&gt;(put your text here)&lt;/strong&gt; = also makes text bold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&lt;em&gt;(put your text here)&lt;/em&gt; = this makes italic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&lt;i&gt;(put your text here)&lt;/i&gt; = also makes text italic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 is writing text p2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&lt;ul&gt;&lt;li&gt;</a:t>
            </a:r>
            <a:r>
              <a:rPr lang="en"/>
              <a:t>(put your text here)</a:t>
            </a:r>
            <a:r>
              <a:rPr lang="en"/>
              <a:t>&lt;/li&gt;&lt;/ul&gt; = this is bullet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&lt;ol&gt;&lt;li&gt;</a:t>
            </a:r>
            <a:r>
              <a:rPr lang="en"/>
              <a:t>(put your text here)</a:t>
            </a:r>
            <a:r>
              <a:rPr lang="en"/>
              <a:t>&lt;/li&gt;&lt;/ol&gt; = this is numbered list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&lt;img src="(your image)" alt="(image description)"&gt; = image and text for the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&lt;img src="dog.jpg" alt="cute dog"&gt;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&lt;img src="https://example.com/photo.png" alt="description"&gt;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&lt;img src="cat.png" alt="sleeping cat" width="300"&gt;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Lines and shapes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&lt;br&gt; = this is line break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&lt;hr&gt; = this is horizontal 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&lt;br&gt; &lt;hr&gt; and &lt;img&gt; are self-closing which means— no &lt;/br&gt; &lt;/hr&gt; or &lt;/img&gt; are  needed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tags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&lt;div&gt;</a:t>
            </a:r>
            <a:r>
              <a:rPr lang="en"/>
              <a:t>(put your text here)</a:t>
            </a:r>
            <a:r>
              <a:rPr lang="en"/>
              <a:t>&lt;/div&gt; = this can group things together to stay </a:t>
            </a:r>
            <a:r>
              <a:rPr lang="en"/>
              <a:t>organized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&lt;span&gt;(put your text here)&lt;/span&gt; = this can let you put a custom color on a word without separating it from the rest of the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&lt;button&gt;(put your text here)&lt;/button&gt; = this is a clickable button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&lt;!-- (put your text here) --&gt; = this is a hidden comment in the code people on the web page can’t see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